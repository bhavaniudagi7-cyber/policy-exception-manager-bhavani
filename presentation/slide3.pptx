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Live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097211"/>
          </a:xfrm>
        </p:spPr>
        <p:txBody>
          <a:bodyPr>
            <a:normAutofit/>
          </a:bodyPr>
          <a:lstStyle/>
          <a:p>
            <a:r>
              <a:rPr lang="en-GB" sz="2400" dirty="0"/>
              <a:t>Login and view exception </a:t>
            </a:r>
            <a:r>
              <a:rPr lang="en-GB" sz="2400" dirty="0" smtClean="0"/>
              <a:t>list</a:t>
            </a:r>
          </a:p>
          <a:p>
            <a:r>
              <a:rPr lang="en-IN" sz="2400" dirty="0"/>
              <a:t>Search/filter </a:t>
            </a:r>
            <a:r>
              <a:rPr lang="en-IN" sz="2400" dirty="0" smtClean="0"/>
              <a:t>records</a:t>
            </a:r>
          </a:p>
          <a:p>
            <a:r>
              <a:rPr lang="en-IN" sz="2400" dirty="0"/>
              <a:t>Open detail </a:t>
            </a:r>
            <a:r>
              <a:rPr lang="en-IN" sz="2400" dirty="0" smtClean="0"/>
              <a:t>page</a:t>
            </a:r>
          </a:p>
          <a:p>
            <a:r>
              <a:rPr lang="en-IN" sz="2400" dirty="0"/>
              <a:t>Show analytics </a:t>
            </a:r>
            <a:r>
              <a:rPr lang="en-IN" sz="2400" dirty="0" smtClean="0"/>
              <a:t>dashboard</a:t>
            </a:r>
          </a:p>
          <a:p>
            <a:r>
              <a:rPr lang="en-GB" sz="2400" dirty="0"/>
              <a:t>Show Swagger, CSV export, and file upload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010400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25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Live Demo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 Demo Flow</dc:title>
  <dc:creator>Admin</dc:creator>
  <cp:lastModifiedBy>Admin</cp:lastModifiedBy>
  <cp:revision>1</cp:revision>
  <dcterms:created xsi:type="dcterms:W3CDTF">2026-05-10T21:28:17Z</dcterms:created>
  <dcterms:modified xsi:type="dcterms:W3CDTF">2026-05-10T21:34:35Z</dcterms:modified>
</cp:coreProperties>
</file>