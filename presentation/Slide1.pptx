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Policy Exception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2710349"/>
          </a:xfrm>
        </p:spPr>
        <p:txBody>
          <a:bodyPr>
            <a:normAutofit/>
          </a:bodyPr>
          <a:lstStyle/>
          <a:p>
            <a:r>
              <a:rPr lang="en-GB" sz="2400" dirty="0"/>
              <a:t>Manual policy exception tracking is slow and confusing</a:t>
            </a:r>
            <a:r>
              <a:rPr lang="en-GB" sz="2400" dirty="0" smtClean="0"/>
              <a:t>.</a:t>
            </a:r>
          </a:p>
          <a:p>
            <a:r>
              <a:rPr lang="en-GB" sz="2400" dirty="0"/>
              <a:t>Teams need one place to create, review, and track exceptions</a:t>
            </a:r>
            <a:r>
              <a:rPr lang="en-GB" sz="2400" dirty="0" smtClean="0"/>
              <a:t>.</a:t>
            </a:r>
          </a:p>
          <a:p>
            <a:r>
              <a:rPr lang="en-GB" sz="2400" dirty="0"/>
              <a:t>This tool provides search, dashboard, reports, and export </a:t>
            </a:r>
            <a:r>
              <a:rPr lang="en-GB" sz="2400" dirty="0" smtClean="0"/>
              <a:t>features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0568249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</TotalTime>
  <Words>37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Trebuchet MS</vt:lpstr>
      <vt:lpstr>Wingdings 3</vt:lpstr>
      <vt:lpstr>Facet</vt:lpstr>
      <vt:lpstr>Policy Exception Manager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Policy Exception Manager</dc:title>
  <dc:creator>Admin</dc:creator>
  <cp:lastModifiedBy>Admin</cp:lastModifiedBy>
  <cp:revision>1</cp:revision>
  <dcterms:created xsi:type="dcterms:W3CDTF">2026-05-10T21:09:50Z</dcterms:created>
  <dcterms:modified xsi:type="dcterms:W3CDTF">2026-05-10T21:14:31Z</dcterms:modified>
</cp:coreProperties>
</file>