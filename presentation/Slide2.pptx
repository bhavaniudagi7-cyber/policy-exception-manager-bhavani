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Project Architecture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184435"/>
              </p:ext>
            </p:extLst>
          </p:nvPr>
        </p:nvGraphicFramePr>
        <p:xfrm>
          <a:off x="405301" y="2672105"/>
          <a:ext cx="20477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752">
                  <a:extLst>
                    <a:ext uri="{9D8B030D-6E8A-4147-A177-3AD203B41FA5}">
                      <a16:colId xmlns:a16="http://schemas.microsoft.com/office/drawing/2014/main" val="1916563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React Frontend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8559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05777"/>
              </p:ext>
            </p:extLst>
          </p:nvPr>
        </p:nvGraphicFramePr>
        <p:xfrm>
          <a:off x="3028949" y="2574633"/>
          <a:ext cx="2400300" cy="405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667784860"/>
                    </a:ext>
                  </a:extLst>
                </a:gridCol>
              </a:tblGrid>
              <a:tr h="405749">
                <a:tc>
                  <a:txBody>
                    <a:bodyPr/>
                    <a:lstStyle/>
                    <a:p>
                      <a:r>
                        <a:rPr lang="en-IN" dirty="0" smtClean="0"/>
                        <a:t>Spring Boot Backend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264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192219"/>
              </p:ext>
            </p:extLst>
          </p:nvPr>
        </p:nvGraphicFramePr>
        <p:xfrm>
          <a:off x="6005145" y="2568075"/>
          <a:ext cx="2022231" cy="406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2231">
                  <a:extLst>
                    <a:ext uri="{9D8B030D-6E8A-4147-A177-3AD203B41FA5}">
                      <a16:colId xmlns:a16="http://schemas.microsoft.com/office/drawing/2014/main" val="2033575442"/>
                    </a:ext>
                  </a:extLst>
                </a:gridCol>
              </a:tblGrid>
              <a:tr h="406766">
                <a:tc>
                  <a:txBody>
                    <a:bodyPr/>
                    <a:lstStyle/>
                    <a:p>
                      <a:r>
                        <a:rPr lang="en-IN" dirty="0" smtClean="0"/>
                        <a:t>Repository Layer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16974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383239"/>
              </p:ext>
            </p:extLst>
          </p:nvPr>
        </p:nvGraphicFramePr>
        <p:xfrm>
          <a:off x="8603272" y="2574633"/>
          <a:ext cx="1327637" cy="405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637">
                  <a:extLst>
                    <a:ext uri="{9D8B030D-6E8A-4147-A177-3AD203B41FA5}">
                      <a16:colId xmlns:a16="http://schemas.microsoft.com/office/drawing/2014/main" val="2718914378"/>
                    </a:ext>
                  </a:extLst>
                </a:gridCol>
              </a:tblGrid>
              <a:tr h="405724">
                <a:tc>
                  <a:txBody>
                    <a:bodyPr/>
                    <a:lstStyle/>
                    <a:p>
                      <a:r>
                        <a:rPr lang="en-IN" dirty="0" smtClean="0"/>
                        <a:t>Database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48965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868973"/>
              </p:ext>
            </p:extLst>
          </p:nvPr>
        </p:nvGraphicFramePr>
        <p:xfrm>
          <a:off x="3518097" y="4223825"/>
          <a:ext cx="3084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4925">
                  <a:extLst>
                    <a:ext uri="{9D8B030D-6E8A-4147-A177-3AD203B41FA5}">
                      <a16:colId xmlns:a16="http://schemas.microsoft.com/office/drawing/2014/main" val="2445515086"/>
                    </a:ext>
                  </a:extLst>
                </a:gridCol>
              </a:tblGrid>
              <a:tr h="326619">
                <a:tc>
                  <a:txBody>
                    <a:bodyPr/>
                    <a:lstStyle/>
                    <a:p>
                      <a:r>
                        <a:rPr lang="en-IN" dirty="0" smtClean="0"/>
                        <a:t>Swagger / CSV / Upload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047160"/>
                  </a:ext>
                </a:extLst>
              </a:tr>
            </a:tbl>
          </a:graphicData>
        </a:graphic>
      </p:graphicFrame>
      <p:sp>
        <p:nvSpPr>
          <p:cNvPr id="9" name="Right Arrow 8"/>
          <p:cNvSpPr/>
          <p:nvPr/>
        </p:nvSpPr>
        <p:spPr>
          <a:xfrm>
            <a:off x="2453053" y="2672105"/>
            <a:ext cx="509955" cy="3027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Arrow 9"/>
          <p:cNvSpPr/>
          <p:nvPr/>
        </p:nvSpPr>
        <p:spPr>
          <a:xfrm>
            <a:off x="5462220" y="2672105"/>
            <a:ext cx="509954" cy="2616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ight Arrow 10"/>
          <p:cNvSpPr/>
          <p:nvPr/>
        </p:nvSpPr>
        <p:spPr>
          <a:xfrm flipV="1">
            <a:off x="8027376" y="2591897"/>
            <a:ext cx="575896" cy="359122"/>
          </a:xfrm>
          <a:prstGeom prst="rightArrow">
            <a:avLst>
              <a:gd name="adj1" fmla="val 50000"/>
              <a:gd name="adj2" fmla="val 620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own Arrow 11"/>
          <p:cNvSpPr/>
          <p:nvPr/>
        </p:nvSpPr>
        <p:spPr>
          <a:xfrm>
            <a:off x="4334608" y="3042945"/>
            <a:ext cx="334107" cy="11808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4941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</TotalTime>
  <Words>15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Project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Architecture</dc:title>
  <dc:creator>Admin</dc:creator>
  <cp:lastModifiedBy>Admin</cp:lastModifiedBy>
  <cp:revision>3</cp:revision>
  <dcterms:created xsi:type="dcterms:W3CDTF">2026-05-10T21:15:04Z</dcterms:created>
  <dcterms:modified xsi:type="dcterms:W3CDTF">2026-05-10T21:33:44Z</dcterms:modified>
</cp:coreProperties>
</file>